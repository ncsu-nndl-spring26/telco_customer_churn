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36" y="-239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NNDL.39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03520"/>
            <a:ext cx="12984480" cy="1005840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303520"/>
            <a:ext cx="12984480" cy="109728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A. 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2252959" cy="1463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Customer churn -- when a paying subscriber leaves a service -- is one of the most expensive problems in telecom.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Acquiring a new customer costs 5x-7x more than retaining one, so the ability to identify customers about to leave is directly tied to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8229600"/>
            <a:ext cx="12252959" cy="1371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2D40"/>
                </a:solidFill>
                <a:latin typeface="Calibri"/>
              </a:rPr>
              <a:t>For a mid-size carrier with 1 million subscribers and 25% annual churn, even a 3% reduction translates to ~7,500 retained customers per year -- worth millions in lifetime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9646920"/>
            <a:ext cx="12252959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Why standard ML misses the 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0149840"/>
            <a:ext cx="122529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Imbalanced labels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212529"/>
                </a:solidFill>
                <a:latin typeface="Calibri"/>
              </a:rPr>
              <a:t>Only 26.6% of customers churn. A trivial 'predict no-churn' model gets 73% accuracy and zero business value, so accuracy is the wrong metric.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1686032"/>
            <a:ext cx="122529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Asymmetric cost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212529"/>
                </a:solidFill>
                <a:latin typeface="Calibri"/>
              </a:rPr>
              <a:t>Missing a churner ($1,500 lost lifetime value) is ~30x worse than a false alarm ($50 retention call). Optimization must reflect this.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3222224"/>
            <a:ext cx="122529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50000" tIns="80000" bIns="80000"/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Threshold blindness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212529"/>
                </a:solidFill>
                <a:latin typeface="Calibri"/>
              </a:rPr>
              <a:t>Default 0.5 cutoffs ignore both imbalance and cost. A 'good' model with the wrong threshold can still be a poor business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0" y="5303520"/>
            <a:ext cx="16459200" cy="10058400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0" y="5303520"/>
            <a:ext cx="16459200" cy="109728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B.  Data &amp;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0" y="6537960"/>
            <a:ext cx="1572768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Dataset:  IBM Telco Customer Churn  (Kaggle)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0" y="7086600"/>
            <a:ext cx="1572768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7,032 customers x 19 features after cleaning (11 dropped for invalid TotalCharges).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Demographics, tenure, contract type, services (phone/internet/security/streaming), monthly + total charges.   Target: Churn (Yes/No).</a:t>
            </a:r>
          </a:p>
        </p:txBody>
      </p:sp>
      <p:pic>
        <p:nvPicPr>
          <p:cNvPr id="24" name="Picture 23" descr="eda_01_class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8406" y="8503920"/>
            <a:ext cx="5072332" cy="4023360"/>
          </a:xfrm>
          <a:prstGeom prst="rect">
            <a:avLst/>
          </a:prstGeom>
        </p:spPr>
      </p:pic>
      <p:pic>
        <p:nvPicPr>
          <p:cNvPr id="25" name="Picture 24" descr="eda_02_churn_by_contr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91330" y="8503920"/>
            <a:ext cx="6097043" cy="4023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081760" y="12618720"/>
            <a:ext cx="1572768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2C3E50"/>
                </a:solidFill>
                <a:latin typeface="Calibri"/>
              </a:rPr>
              <a:t>What the data tells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0" y="13121640"/>
            <a:ext cx="15727680" cy="24688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Imbalanced class:  5,163 stayed (73.4%)  vs  1,869 churned (26.6%)  --  ratio 1 : 2.76.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Contract is the dominant driver:  month-to-month customers churn at 43%  vs  3% on a 2-year contract  --  a 14x gap.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Tenure:  churners cluster heavily in the first 12 months; long-tenure customers rarely leave.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Service:  fiber 42%  vs  DSL 19%;   electronic-check payers 45%  vs  auto-pay &lt;20%.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540960" y="5303520"/>
            <a:ext cx="12984480" cy="1005840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540960" y="5303520"/>
            <a:ext cx="12984480" cy="109728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800" b="1">
                <a:solidFill>
                  <a:srgbClr val="212529"/>
                </a:solidFill>
                <a:latin typeface="Calibri"/>
              </a:rPr>
              <a:t>C. 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19" y="6492240"/>
            <a:ext cx="12252960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2529"/>
                </a:solidFill>
                <a:latin typeface="Calibri"/>
              </a:rPr>
              <a:t>One disciplined pipeline -- so differences come from architecture, not preprocessing.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06719" y="7360919"/>
            <a:ext cx="122529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Raw CSV  (7,032 customers)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6905184" y="781811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906719" y="8000999"/>
            <a:ext cx="12252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Clean  +  one-hot encode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6905184" y="850391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906719" y="8686799"/>
            <a:ext cx="12252960" cy="64008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300" b="1">
                <a:solidFill>
                  <a:srgbClr val="212529"/>
                </a:solidFill>
                <a:latin typeface="Calibri"/>
              </a:rPr>
              <a:t>Stratified split  70 / 15 / 15</a:t>
            </a:r>
            <a:br/>
            <a:r>
              <a:rPr sz="1300" b="1">
                <a:solidFill>
                  <a:srgbClr val="212529"/>
                </a:solidFill>
                <a:latin typeface="Calibri"/>
              </a:rPr>
              <a:t>Fit StandardScaler on TRAIN only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36905184" y="932687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906719" y="9509759"/>
            <a:ext cx="29946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Logistic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Reg.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992820" y="9509759"/>
            <a:ext cx="29946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Custom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MLP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78920" y="9509759"/>
            <a:ext cx="29946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Cat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Boost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165020" y="9509759"/>
            <a:ext cx="299466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XG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Boost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6905184" y="1005839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906719" y="10241279"/>
            <a:ext cx="12252960" cy="4572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Tune threshold on VAL  (max F1)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36905184" y="1069847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0906719" y="10881359"/>
            <a:ext cx="12252960" cy="45720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bIns="3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Test metrics  +  Cost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06719" y="11503151"/>
            <a:ext cx="1225296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Why each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19" y="12006071"/>
            <a:ext cx="12252960" cy="24688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Stratified split:  preserves the 26.6% churn rate in every fold so val/test stay representative.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Train-only scaling:  prevents test-set statistics from leaking into training -- a real source of inflated benchmarks.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Threshold tuning:  default 0.5 is arbitrary on imbalanced data;  pick on val, evaluate on test once.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Brier + PR-AUC:  measure calibration and minority-class ranking, which accuracy hides.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5544800"/>
            <a:ext cx="21396960" cy="1088136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15544800"/>
            <a:ext cx="21396960" cy="109728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4000" b="1">
                <a:solidFill>
                  <a:srgbClr val="212529"/>
                </a:solidFill>
                <a:latin typeface="Calibri"/>
              </a:rPr>
              <a:t>D.  Results -- Model Comparison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6824960"/>
            <a:ext cx="2066544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All four models trained on identical features and splits, scored on the held-out test set with a validation-tuned threshold (max F1).</a:t>
            </a:r>
          </a:p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Brier captures calibration:  do predicted probabilities match observed churn rates? Lower is better.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31520" y="18150839"/>
          <a:ext cx="20665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05"/>
                <a:gridCol w="2952205"/>
                <a:gridCol w="2952205"/>
                <a:gridCol w="2952205"/>
                <a:gridCol w="2952205"/>
                <a:gridCol w="2952205"/>
                <a:gridCol w="295221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31520" y="20391119"/>
            <a:ext cx="20665440" cy="1371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2C3E50"/>
                </a:solidFill>
                <a:latin typeface="Calibri"/>
              </a:rPr>
              <a:t>CatBoost wins on F1, ROC-AUC, and Brier -- it ranks well AND its probabilities are calibrated.</a:t>
            </a:r>
          </a:p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2C3E50"/>
                </a:solidFill>
                <a:latin typeface="Calibri"/>
              </a:rPr>
              <a:t>MLP does not beat logistic regression -- on small one-hot tabular data, a linear decision boundary is already most of the signal. Nonlinearity adds little.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381" y="21808439"/>
            <a:ext cx="10153717" cy="4160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31520" y="26014680"/>
            <a:ext cx="2066544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ctr"/>
            <a:r>
              <a:rPr sz="1400" b="0" i="1">
                <a:solidFill>
                  <a:srgbClr val="5F6A76"/>
                </a:solidFill>
                <a:latin typeface="Calibri"/>
              </a:rPr>
              <a:t>ROC and Precision-Recall curves on test set.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128480" y="15544800"/>
            <a:ext cx="21396960" cy="1088136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128480" y="15544800"/>
            <a:ext cx="21396960" cy="109728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4000" b="1">
                <a:solidFill>
                  <a:srgbClr val="212529"/>
                </a:solidFill>
                <a:latin typeface="Calibri"/>
              </a:rPr>
              <a:t>E.  Cost-Aware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39" y="16824960"/>
            <a:ext cx="20665440" cy="12801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Translate probabilities into business value:  sweep threshold under realistic costs.</a:t>
            </a:r>
          </a:p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212529"/>
                </a:solidFill>
                <a:latin typeface="Calibri"/>
              </a:rPr>
              <a:t>FN $1,500   FP $50.    Net Value = TP * $1,500 - FP * $50.   Optimum chosen on validation only.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494239" y="18150839"/>
            <a:ext cx="20665440" cy="12801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1">
                <a:solidFill>
                  <a:srgbClr val="1F6F7A"/>
                </a:solidFill>
                <a:latin typeface="Calibri"/>
              </a:rPr>
              <a:t>~ $370K</a:t>
            </a:r>
          </a:p>
          <a:p>
            <a:pPr algn="ctr"/>
            <a:r>
              <a:rPr sz="1800" i="1">
                <a:solidFill>
                  <a:srgbClr val="2C3E50"/>
                </a:solidFill>
                <a:latin typeface="Calibri"/>
              </a:rPr>
              <a:t>net business value per 1,000 customers when threshold is tuned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22494239" y="19568160"/>
          <a:ext cx="20665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8480"/>
                <a:gridCol w="6888480"/>
                <a:gridCol w="6888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Optimal 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2494239" y="21579839"/>
            <a:ext cx="20665440" cy="4572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7B2D40"/>
                </a:solidFill>
                <a:latin typeface="Calibri"/>
              </a:rPr>
              <a:t>Top-20% capacity constraint:  CatBoost still delivers $175,687 / 1,000 at threshold 0.54.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54490" y="22128480"/>
            <a:ext cx="5544938" cy="3291839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22494239" y="25493472"/>
            <a:ext cx="206654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677119" y="25539192"/>
            <a:ext cx="661416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COUNTERFACTUAL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77119" y="25859231"/>
            <a:ext cx="661416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  <a:latin typeface="Calibri"/>
              </a:rPr>
              <a:t>Highest-risk customer:  predicted churn = 0.93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9291280" y="25767792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565600" y="25584912"/>
            <a:ext cx="661416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65600" y="25859231"/>
            <a:ext cx="661416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0" i="0">
                <a:solidFill>
                  <a:srgbClr val="212529"/>
                </a:solidFill>
                <a:latin typeface="Calibri"/>
              </a:rPr>
              <a:t>Switch InternetService:  Fiber optic -&gt; No internet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36179760" y="25767792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454080" y="25584912"/>
            <a:ext cx="661416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RESULT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454080" y="25859231"/>
            <a:ext cx="661416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700" b="1" i="0">
                <a:solidFill>
                  <a:srgbClr val="1F6F7A"/>
                </a:solidFill>
                <a:latin typeface="Calibri"/>
              </a:rPr>
              <a:t>predicted churn = 0.82  (-11 pp)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6609040"/>
            <a:ext cx="21396960" cy="4754880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26609040"/>
            <a:ext cx="21396960" cy="109728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6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086" y="27843480"/>
            <a:ext cx="3920970" cy="3337560"/>
          </a:xfrm>
          <a:prstGeom prst="rect">
            <a:avLst/>
          </a:prstGeom>
        </p:spPr>
      </p:pic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10511942" y="27843480"/>
          <a:ext cx="10885017" cy="2069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2508"/>
                <a:gridCol w="5442509"/>
              </a:tblGrid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InternetService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86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258667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10511942" y="30004207"/>
            <a:ext cx="10885017" cy="1176832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12529"/>
                </a:solidFill>
                <a:latin typeface="Calibri"/>
              </a:rPr>
              <a:t>These align with industry intuition:  short tenure (no commitment yet),</a:t>
            </a: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12529"/>
                </a:solidFill>
                <a:latin typeface="Calibri"/>
              </a:rPr>
              <a:t>no long-term contract (low switching cost), fiber (price-sensitive segment),</a:t>
            </a: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12529"/>
                </a:solidFill>
                <a:latin typeface="Calibri"/>
              </a:rPr>
              <a:t>electronic check (no auto-pay lock-in)  --  all known retention friction points.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12529"/>
                </a:solidFill>
                <a:latin typeface="Calibri"/>
              </a:rPr>
              <a:t>Actionable lever:  contract upsell campaigns target the top 3 drivers directly.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28480" y="26609040"/>
            <a:ext cx="21396960" cy="4754880"/>
          </a:xfrm>
          <a:prstGeom prst="rect">
            <a:avLst/>
          </a:prstGeom>
          <a:solidFill>
            <a:srgbClr val="D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128480" y="26609040"/>
            <a:ext cx="21396960" cy="1097280"/>
          </a:xfrm>
          <a:prstGeom prst="rect">
            <a:avLst/>
          </a:prstGeom>
          <a:solidFill>
            <a:srgbClr val="A8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6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494239" y="27843480"/>
            <a:ext cx="11365992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Findings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494239" y="28300680"/>
            <a:ext cx="11365992" cy="3200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1.  CatBoost is the strongest classifier (F1 0.624, ROC-AUC 0.841, lowest Brier 0.139).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2.  Custom MLP does not beat logistic regression -- nonlinearity adds little on small one-hot data.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3.  Cost-aware threshold tuning is the dominant lever -- all four models recover ~$370K per 1,000 customers; architecture changes the result by &lt; 1%.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4.  Counterfactuals turn probabilities into specific retention actions.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134552" y="27843480"/>
            <a:ext cx="902512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"/>
              </a:rPr>
              <a:t>Deployment readiness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34552" y="28254960"/>
            <a:ext cx="9025128" cy="10972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Save:  CatBoost model + fitted scaler + threshold (0.31).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Score new customers monthly;  recalibrate quarterly as pricing and offers change.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134552" y="29443680"/>
            <a:ext cx="902512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"/>
              </a:rPr>
              <a:t>Limitations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134552" y="29855160"/>
            <a:ext cx="9025128" cy="10972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Static snapshot dataset -- no temporal drift modeling.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Cost ratios ($1500 / $50) are illustrative; real numbers vary by segment.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134552" y="31043880"/>
            <a:ext cx="9025128" cy="41148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  <a:latin typeface="Calibri"/>
              </a:rPr>
              <a:t>Next steps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34552" y="31455360"/>
            <a:ext cx="9025128" cy="9144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Stacking ensemble; cost-sensitive loss in MLP;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live A/B test of the chosen threshold.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31455360"/>
            <a:ext cx="43159680" cy="1280160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31546800"/>
            <a:ext cx="4261104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31958279"/>
            <a:ext cx="42611040" cy="777239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Dataset:  IBM Telco Customer Churn (Kaggle: blastchar/telco-customer-churn).    Acknowledgements: 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206</TotalTime>
  <Words>1021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3</cp:revision>
  <dcterms:created xsi:type="dcterms:W3CDTF">2026-04-29T18:04:57Z</dcterms:created>
  <dcterms:modified xsi:type="dcterms:W3CDTF">2026-04-29T21:31:41Z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