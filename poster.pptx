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93455" r:id="rId4"/>
  </p:sldMasterIdLst>
  <p:notesMasterIdLst>
    <p:notesMasterId r:id="rId6"/>
  </p:notesMasterIdLst>
  <p:sldIdLst>
    <p:sldId id="256" r:id="rId5"/>
  </p:sldIdLst>
  <p:sldSz cx="43891200" cy="32918400"/>
  <p:notesSz cx="9144000" cy="6858000"/>
  <p:defaultTextStyle>
    <a:defPPr>
      <a:defRPr lang="en-US"/>
    </a:defPPr>
    <a:lvl1pPr marL="0" algn="l" defTabSz="2194514" rtl="0" eaLnBrk="1" latinLnBrk="0" hangingPunct="1">
      <a:defRPr sz="8700" kern="1200">
        <a:solidFill>
          <a:schemeClr val="tx1"/>
        </a:solidFill>
        <a:latin typeface="+mn-lt"/>
        <a:ea typeface="+mn-ea"/>
        <a:cs typeface="+mn-cs"/>
      </a:defRPr>
    </a:lvl1pPr>
    <a:lvl2pPr marL="2194514" algn="l" defTabSz="2194514" rtl="0" eaLnBrk="1" latinLnBrk="0" hangingPunct="1">
      <a:defRPr sz="8700" kern="1200">
        <a:solidFill>
          <a:schemeClr val="tx1"/>
        </a:solidFill>
        <a:latin typeface="+mn-lt"/>
        <a:ea typeface="+mn-ea"/>
        <a:cs typeface="+mn-cs"/>
      </a:defRPr>
    </a:lvl2pPr>
    <a:lvl3pPr marL="4389028" algn="l" defTabSz="2194514" rtl="0" eaLnBrk="1" latinLnBrk="0" hangingPunct="1">
      <a:defRPr sz="8700" kern="1200">
        <a:solidFill>
          <a:schemeClr val="tx1"/>
        </a:solidFill>
        <a:latin typeface="+mn-lt"/>
        <a:ea typeface="+mn-ea"/>
        <a:cs typeface="+mn-cs"/>
      </a:defRPr>
    </a:lvl3pPr>
    <a:lvl4pPr marL="6583543" algn="l" defTabSz="2194514" rtl="0" eaLnBrk="1" latinLnBrk="0" hangingPunct="1">
      <a:defRPr sz="8700" kern="1200">
        <a:solidFill>
          <a:schemeClr val="tx1"/>
        </a:solidFill>
        <a:latin typeface="+mn-lt"/>
        <a:ea typeface="+mn-ea"/>
        <a:cs typeface="+mn-cs"/>
      </a:defRPr>
    </a:lvl4pPr>
    <a:lvl5pPr marL="8778057" algn="l" defTabSz="2194514" rtl="0" eaLnBrk="1" latinLnBrk="0" hangingPunct="1">
      <a:defRPr sz="8700" kern="1200">
        <a:solidFill>
          <a:schemeClr val="tx1"/>
        </a:solidFill>
        <a:latin typeface="+mn-lt"/>
        <a:ea typeface="+mn-ea"/>
        <a:cs typeface="+mn-cs"/>
      </a:defRPr>
    </a:lvl5pPr>
    <a:lvl6pPr marL="10972571" algn="l" defTabSz="2194514" rtl="0" eaLnBrk="1" latinLnBrk="0" hangingPunct="1">
      <a:defRPr sz="8700" kern="1200">
        <a:solidFill>
          <a:schemeClr val="tx1"/>
        </a:solidFill>
        <a:latin typeface="+mn-lt"/>
        <a:ea typeface="+mn-ea"/>
        <a:cs typeface="+mn-cs"/>
      </a:defRPr>
    </a:lvl6pPr>
    <a:lvl7pPr marL="13167085" algn="l" defTabSz="2194514" rtl="0" eaLnBrk="1" latinLnBrk="0" hangingPunct="1">
      <a:defRPr sz="8700" kern="1200">
        <a:solidFill>
          <a:schemeClr val="tx1"/>
        </a:solidFill>
        <a:latin typeface="+mn-lt"/>
        <a:ea typeface="+mn-ea"/>
        <a:cs typeface="+mn-cs"/>
      </a:defRPr>
    </a:lvl7pPr>
    <a:lvl8pPr marL="15361599" algn="l" defTabSz="2194514" rtl="0" eaLnBrk="1" latinLnBrk="0" hangingPunct="1">
      <a:defRPr sz="8700" kern="1200">
        <a:solidFill>
          <a:schemeClr val="tx1"/>
        </a:solidFill>
        <a:latin typeface="+mn-lt"/>
        <a:ea typeface="+mn-ea"/>
        <a:cs typeface="+mn-cs"/>
      </a:defRPr>
    </a:lvl8pPr>
    <a:lvl9pPr marL="17556115" algn="l" defTabSz="2194514" rtl="0" eaLnBrk="1" latinLnBrk="0" hangingPunct="1">
      <a:defRPr sz="87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0368">
          <p15:clr>
            <a:srgbClr val="A4A3A4"/>
          </p15:clr>
        </p15:guide>
        <p15:guide id="2" pos="13824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1567" autoAdjust="0"/>
    <p:restoredTop sz="94674"/>
  </p:normalViewPr>
  <p:slideViewPr>
    <p:cSldViewPr snapToGrid="0" snapToObjects="1">
      <p:cViewPr varScale="1">
        <p:scale>
          <a:sx n="19" d="100"/>
          <a:sy n="19" d="100"/>
        </p:scale>
        <p:origin x="946" y="149"/>
      </p:cViewPr>
      <p:guideLst>
        <p:guide orient="horz" pos="10368"/>
        <p:guide pos="13824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49" d="100"/>
        <a:sy n="149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79484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F7263C8-1F4A-D143-B9CC-F49476357AC0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91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79484" y="651391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31B56C-B07E-3E41-B87D-461E056AF0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59286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2194514" rtl="0" eaLnBrk="1" latinLnBrk="0" hangingPunct="1">
      <a:defRPr sz="5700" kern="1200">
        <a:solidFill>
          <a:schemeClr val="tx1"/>
        </a:solidFill>
        <a:latin typeface="+mn-lt"/>
        <a:ea typeface="+mn-ea"/>
        <a:cs typeface="+mn-cs"/>
      </a:defRPr>
    </a:lvl1pPr>
    <a:lvl2pPr marL="2194514" algn="l" defTabSz="2194514" rtl="0" eaLnBrk="1" latinLnBrk="0" hangingPunct="1">
      <a:defRPr sz="5700" kern="1200">
        <a:solidFill>
          <a:schemeClr val="tx1"/>
        </a:solidFill>
        <a:latin typeface="+mn-lt"/>
        <a:ea typeface="+mn-ea"/>
        <a:cs typeface="+mn-cs"/>
      </a:defRPr>
    </a:lvl2pPr>
    <a:lvl3pPr marL="4389028" algn="l" defTabSz="2194514" rtl="0" eaLnBrk="1" latinLnBrk="0" hangingPunct="1">
      <a:defRPr sz="5700" kern="1200">
        <a:solidFill>
          <a:schemeClr val="tx1"/>
        </a:solidFill>
        <a:latin typeface="+mn-lt"/>
        <a:ea typeface="+mn-ea"/>
        <a:cs typeface="+mn-cs"/>
      </a:defRPr>
    </a:lvl3pPr>
    <a:lvl4pPr marL="6583543" algn="l" defTabSz="2194514" rtl="0" eaLnBrk="1" latinLnBrk="0" hangingPunct="1">
      <a:defRPr sz="5700" kern="1200">
        <a:solidFill>
          <a:schemeClr val="tx1"/>
        </a:solidFill>
        <a:latin typeface="+mn-lt"/>
        <a:ea typeface="+mn-ea"/>
        <a:cs typeface="+mn-cs"/>
      </a:defRPr>
    </a:lvl4pPr>
    <a:lvl5pPr marL="8778057" algn="l" defTabSz="2194514" rtl="0" eaLnBrk="1" latinLnBrk="0" hangingPunct="1">
      <a:defRPr sz="5700" kern="1200">
        <a:solidFill>
          <a:schemeClr val="tx1"/>
        </a:solidFill>
        <a:latin typeface="+mn-lt"/>
        <a:ea typeface="+mn-ea"/>
        <a:cs typeface="+mn-cs"/>
      </a:defRPr>
    </a:lvl5pPr>
    <a:lvl6pPr marL="10972571" algn="l" defTabSz="2194514" rtl="0" eaLnBrk="1" latinLnBrk="0" hangingPunct="1">
      <a:defRPr sz="5700" kern="1200">
        <a:solidFill>
          <a:schemeClr val="tx1"/>
        </a:solidFill>
        <a:latin typeface="+mn-lt"/>
        <a:ea typeface="+mn-ea"/>
        <a:cs typeface="+mn-cs"/>
      </a:defRPr>
    </a:lvl6pPr>
    <a:lvl7pPr marL="13167085" algn="l" defTabSz="2194514" rtl="0" eaLnBrk="1" latinLnBrk="0" hangingPunct="1">
      <a:defRPr sz="5700" kern="1200">
        <a:solidFill>
          <a:schemeClr val="tx1"/>
        </a:solidFill>
        <a:latin typeface="+mn-lt"/>
        <a:ea typeface="+mn-ea"/>
        <a:cs typeface="+mn-cs"/>
      </a:defRPr>
    </a:lvl7pPr>
    <a:lvl8pPr marL="15361599" algn="l" defTabSz="2194514" rtl="0" eaLnBrk="1" latinLnBrk="0" hangingPunct="1">
      <a:defRPr sz="5700" kern="1200">
        <a:solidFill>
          <a:schemeClr val="tx1"/>
        </a:solidFill>
        <a:latin typeface="+mn-lt"/>
        <a:ea typeface="+mn-ea"/>
        <a:cs typeface="+mn-cs"/>
      </a:defRPr>
    </a:lvl8pPr>
    <a:lvl9pPr marL="17556115" algn="l" defTabSz="2194514" rtl="0" eaLnBrk="1" latinLnBrk="0" hangingPunct="1">
      <a:defRPr sz="57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857500" y="514350"/>
            <a:ext cx="3429000" cy="25717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31B56C-B07E-3E41-B87D-461E056AF03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3713708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291840" y="10226042"/>
            <a:ext cx="37307520" cy="705612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583680" y="18653760"/>
            <a:ext cx="30723840" cy="841248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219451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438902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65835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87780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097257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31670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536159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1755611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7283514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203822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67101" y="21153122"/>
            <a:ext cx="37307520" cy="6537960"/>
          </a:xfrm>
        </p:spPr>
        <p:txBody>
          <a:bodyPr anchor="t"/>
          <a:lstStyle>
            <a:lvl1pPr algn="l">
              <a:defRPr sz="192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67101" y="13952226"/>
            <a:ext cx="37307520" cy="7200898"/>
          </a:xfrm>
        </p:spPr>
        <p:txBody>
          <a:bodyPr anchor="b"/>
          <a:lstStyle>
            <a:lvl1pPr marL="0" indent="0">
              <a:buNone/>
              <a:defRPr sz="9700">
                <a:solidFill>
                  <a:schemeClr val="tx1">
                    <a:tint val="75000"/>
                  </a:schemeClr>
                </a:solidFill>
              </a:defRPr>
            </a:lvl1pPr>
            <a:lvl2pPr marL="2194514" indent="0">
              <a:buNone/>
              <a:defRPr sz="8700">
                <a:solidFill>
                  <a:schemeClr val="tx1">
                    <a:tint val="75000"/>
                  </a:schemeClr>
                </a:solidFill>
              </a:defRPr>
            </a:lvl2pPr>
            <a:lvl3pPr marL="4389028" indent="0">
              <a:buNone/>
              <a:defRPr sz="7700">
                <a:solidFill>
                  <a:schemeClr val="tx1">
                    <a:tint val="75000"/>
                  </a:schemeClr>
                </a:solidFill>
              </a:defRPr>
            </a:lvl3pPr>
            <a:lvl4pPr marL="6583543" indent="0">
              <a:buNone/>
              <a:defRPr sz="6700">
                <a:solidFill>
                  <a:schemeClr val="tx1">
                    <a:tint val="75000"/>
                  </a:schemeClr>
                </a:solidFill>
              </a:defRPr>
            </a:lvl4pPr>
            <a:lvl5pPr marL="8778057" indent="0">
              <a:buNone/>
              <a:defRPr sz="6700">
                <a:solidFill>
                  <a:schemeClr val="tx1">
                    <a:tint val="75000"/>
                  </a:schemeClr>
                </a:solidFill>
              </a:defRPr>
            </a:lvl5pPr>
            <a:lvl6pPr marL="10972571" indent="0">
              <a:buNone/>
              <a:defRPr sz="6700">
                <a:solidFill>
                  <a:schemeClr val="tx1">
                    <a:tint val="75000"/>
                  </a:schemeClr>
                </a:solidFill>
              </a:defRPr>
            </a:lvl6pPr>
            <a:lvl7pPr marL="13167085" indent="0">
              <a:buNone/>
              <a:defRPr sz="6700">
                <a:solidFill>
                  <a:schemeClr val="tx1">
                    <a:tint val="75000"/>
                  </a:schemeClr>
                </a:solidFill>
              </a:defRPr>
            </a:lvl7pPr>
            <a:lvl8pPr marL="15361599" indent="0">
              <a:buNone/>
              <a:defRPr sz="6700">
                <a:solidFill>
                  <a:schemeClr val="tx1">
                    <a:tint val="75000"/>
                  </a:schemeClr>
                </a:solidFill>
              </a:defRPr>
            </a:lvl8pPr>
            <a:lvl9pPr marL="17556115" indent="0">
              <a:buNone/>
              <a:defRPr sz="67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223948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194560" y="7680964"/>
            <a:ext cx="19385280" cy="21724622"/>
          </a:xfrm>
        </p:spPr>
        <p:txBody>
          <a:bodyPr/>
          <a:lstStyle>
            <a:lvl1pPr>
              <a:defRPr sz="13400"/>
            </a:lvl1pPr>
            <a:lvl2pPr>
              <a:defRPr sz="11500"/>
            </a:lvl2pPr>
            <a:lvl3pPr>
              <a:defRPr sz="9700"/>
            </a:lvl3pPr>
            <a:lvl4pPr>
              <a:defRPr sz="8700"/>
            </a:lvl4pPr>
            <a:lvl5pPr>
              <a:defRPr sz="8700"/>
            </a:lvl5pPr>
            <a:lvl6pPr>
              <a:defRPr sz="8700"/>
            </a:lvl6pPr>
            <a:lvl7pPr>
              <a:defRPr sz="8700"/>
            </a:lvl7pPr>
            <a:lvl8pPr>
              <a:defRPr sz="8700"/>
            </a:lvl8pPr>
            <a:lvl9pPr>
              <a:defRPr sz="87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2311360" y="7680964"/>
            <a:ext cx="19385280" cy="21724622"/>
          </a:xfrm>
        </p:spPr>
        <p:txBody>
          <a:bodyPr/>
          <a:lstStyle>
            <a:lvl1pPr>
              <a:defRPr sz="13400"/>
            </a:lvl1pPr>
            <a:lvl2pPr>
              <a:defRPr sz="11500"/>
            </a:lvl2pPr>
            <a:lvl3pPr>
              <a:defRPr sz="9700"/>
            </a:lvl3pPr>
            <a:lvl4pPr>
              <a:defRPr sz="8700"/>
            </a:lvl4pPr>
            <a:lvl5pPr>
              <a:defRPr sz="8700"/>
            </a:lvl5pPr>
            <a:lvl6pPr>
              <a:defRPr sz="8700"/>
            </a:lvl6pPr>
            <a:lvl7pPr>
              <a:defRPr sz="8700"/>
            </a:lvl7pPr>
            <a:lvl8pPr>
              <a:defRPr sz="8700"/>
            </a:lvl8pPr>
            <a:lvl9pPr>
              <a:defRPr sz="87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605946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94562" y="7368543"/>
            <a:ext cx="19392903" cy="3070858"/>
          </a:xfrm>
        </p:spPr>
        <p:txBody>
          <a:bodyPr anchor="b"/>
          <a:lstStyle>
            <a:lvl1pPr marL="0" indent="0">
              <a:buNone/>
              <a:defRPr sz="11500" b="1"/>
            </a:lvl1pPr>
            <a:lvl2pPr marL="2194514" indent="0">
              <a:buNone/>
              <a:defRPr sz="9700" b="1"/>
            </a:lvl2pPr>
            <a:lvl3pPr marL="4389028" indent="0">
              <a:buNone/>
              <a:defRPr sz="8700" b="1"/>
            </a:lvl3pPr>
            <a:lvl4pPr marL="6583543" indent="0">
              <a:buNone/>
              <a:defRPr sz="7700" b="1"/>
            </a:lvl4pPr>
            <a:lvl5pPr marL="8778057" indent="0">
              <a:buNone/>
              <a:defRPr sz="7700" b="1"/>
            </a:lvl5pPr>
            <a:lvl6pPr marL="10972571" indent="0">
              <a:buNone/>
              <a:defRPr sz="7700" b="1"/>
            </a:lvl6pPr>
            <a:lvl7pPr marL="13167085" indent="0">
              <a:buNone/>
              <a:defRPr sz="7700" b="1"/>
            </a:lvl7pPr>
            <a:lvl8pPr marL="15361599" indent="0">
              <a:buNone/>
              <a:defRPr sz="7700" b="1"/>
            </a:lvl8pPr>
            <a:lvl9pPr marL="17556115" indent="0">
              <a:buNone/>
              <a:defRPr sz="77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194562" y="10439401"/>
            <a:ext cx="19392903" cy="18966182"/>
          </a:xfrm>
        </p:spPr>
        <p:txBody>
          <a:bodyPr/>
          <a:lstStyle>
            <a:lvl1pPr>
              <a:defRPr sz="11500"/>
            </a:lvl1pPr>
            <a:lvl2pPr>
              <a:defRPr sz="9700"/>
            </a:lvl2pPr>
            <a:lvl3pPr>
              <a:defRPr sz="8700"/>
            </a:lvl3pPr>
            <a:lvl4pPr>
              <a:defRPr sz="7700"/>
            </a:lvl4pPr>
            <a:lvl5pPr>
              <a:defRPr sz="7700"/>
            </a:lvl5pPr>
            <a:lvl6pPr>
              <a:defRPr sz="7700"/>
            </a:lvl6pPr>
            <a:lvl7pPr>
              <a:defRPr sz="7700"/>
            </a:lvl7pPr>
            <a:lvl8pPr>
              <a:defRPr sz="7700"/>
            </a:lvl8pPr>
            <a:lvl9pPr>
              <a:defRPr sz="77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2296123" y="7368543"/>
            <a:ext cx="19400520" cy="3070858"/>
          </a:xfrm>
        </p:spPr>
        <p:txBody>
          <a:bodyPr anchor="b"/>
          <a:lstStyle>
            <a:lvl1pPr marL="0" indent="0">
              <a:buNone/>
              <a:defRPr sz="11500" b="1"/>
            </a:lvl1pPr>
            <a:lvl2pPr marL="2194514" indent="0">
              <a:buNone/>
              <a:defRPr sz="9700" b="1"/>
            </a:lvl2pPr>
            <a:lvl3pPr marL="4389028" indent="0">
              <a:buNone/>
              <a:defRPr sz="8700" b="1"/>
            </a:lvl3pPr>
            <a:lvl4pPr marL="6583543" indent="0">
              <a:buNone/>
              <a:defRPr sz="7700" b="1"/>
            </a:lvl4pPr>
            <a:lvl5pPr marL="8778057" indent="0">
              <a:buNone/>
              <a:defRPr sz="7700" b="1"/>
            </a:lvl5pPr>
            <a:lvl6pPr marL="10972571" indent="0">
              <a:buNone/>
              <a:defRPr sz="7700" b="1"/>
            </a:lvl6pPr>
            <a:lvl7pPr marL="13167085" indent="0">
              <a:buNone/>
              <a:defRPr sz="7700" b="1"/>
            </a:lvl7pPr>
            <a:lvl8pPr marL="15361599" indent="0">
              <a:buNone/>
              <a:defRPr sz="7700" b="1"/>
            </a:lvl8pPr>
            <a:lvl9pPr marL="17556115" indent="0">
              <a:buNone/>
              <a:defRPr sz="77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2296123" y="10439401"/>
            <a:ext cx="19400520" cy="18966182"/>
          </a:xfrm>
        </p:spPr>
        <p:txBody>
          <a:bodyPr/>
          <a:lstStyle>
            <a:lvl1pPr>
              <a:defRPr sz="11500"/>
            </a:lvl1pPr>
            <a:lvl2pPr>
              <a:defRPr sz="9700"/>
            </a:lvl2pPr>
            <a:lvl3pPr>
              <a:defRPr sz="8700"/>
            </a:lvl3pPr>
            <a:lvl4pPr>
              <a:defRPr sz="7700"/>
            </a:lvl4pPr>
            <a:lvl5pPr>
              <a:defRPr sz="7700"/>
            </a:lvl5pPr>
            <a:lvl6pPr>
              <a:defRPr sz="7700"/>
            </a:lvl6pPr>
            <a:lvl7pPr>
              <a:defRPr sz="7700"/>
            </a:lvl7pPr>
            <a:lvl8pPr>
              <a:defRPr sz="7700"/>
            </a:lvl8pPr>
            <a:lvl9pPr>
              <a:defRPr sz="77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4868244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0847129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492246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94563" y="1310640"/>
            <a:ext cx="14439903" cy="5577840"/>
          </a:xfrm>
        </p:spPr>
        <p:txBody>
          <a:bodyPr anchor="b"/>
          <a:lstStyle>
            <a:lvl1pPr algn="l">
              <a:defRPr sz="97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160240" y="1310644"/>
            <a:ext cx="24536400" cy="28094942"/>
          </a:xfrm>
        </p:spPr>
        <p:txBody>
          <a:bodyPr/>
          <a:lstStyle>
            <a:lvl1pPr>
              <a:defRPr sz="15400"/>
            </a:lvl1pPr>
            <a:lvl2pPr>
              <a:defRPr sz="13400"/>
            </a:lvl2pPr>
            <a:lvl3pPr>
              <a:defRPr sz="11500"/>
            </a:lvl3pPr>
            <a:lvl4pPr>
              <a:defRPr sz="9700"/>
            </a:lvl4pPr>
            <a:lvl5pPr>
              <a:defRPr sz="9700"/>
            </a:lvl5pPr>
            <a:lvl6pPr>
              <a:defRPr sz="9700"/>
            </a:lvl6pPr>
            <a:lvl7pPr>
              <a:defRPr sz="9700"/>
            </a:lvl7pPr>
            <a:lvl8pPr>
              <a:defRPr sz="9700"/>
            </a:lvl8pPr>
            <a:lvl9pPr>
              <a:defRPr sz="97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194563" y="6888484"/>
            <a:ext cx="14439903" cy="22517102"/>
          </a:xfrm>
        </p:spPr>
        <p:txBody>
          <a:bodyPr/>
          <a:lstStyle>
            <a:lvl1pPr marL="0" indent="0">
              <a:buNone/>
              <a:defRPr sz="6700"/>
            </a:lvl1pPr>
            <a:lvl2pPr marL="2194514" indent="0">
              <a:buNone/>
              <a:defRPr sz="5700"/>
            </a:lvl2pPr>
            <a:lvl3pPr marL="4389028" indent="0">
              <a:buNone/>
              <a:defRPr sz="4800"/>
            </a:lvl3pPr>
            <a:lvl4pPr marL="6583543" indent="0">
              <a:buNone/>
              <a:defRPr sz="4300"/>
            </a:lvl4pPr>
            <a:lvl5pPr marL="8778057" indent="0">
              <a:buNone/>
              <a:defRPr sz="4300"/>
            </a:lvl5pPr>
            <a:lvl6pPr marL="10972571" indent="0">
              <a:buNone/>
              <a:defRPr sz="4300"/>
            </a:lvl6pPr>
            <a:lvl7pPr marL="13167085" indent="0">
              <a:buNone/>
              <a:defRPr sz="4300"/>
            </a:lvl7pPr>
            <a:lvl8pPr marL="15361599" indent="0">
              <a:buNone/>
              <a:defRPr sz="4300"/>
            </a:lvl8pPr>
            <a:lvl9pPr marL="17556115" indent="0">
              <a:buNone/>
              <a:defRPr sz="43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182203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02983" y="23042881"/>
            <a:ext cx="26334720" cy="2720342"/>
          </a:xfrm>
        </p:spPr>
        <p:txBody>
          <a:bodyPr anchor="b"/>
          <a:lstStyle>
            <a:lvl1pPr algn="l">
              <a:defRPr sz="97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602983" y="4288280"/>
            <a:ext cx="26334720" cy="17955490"/>
          </a:xfrm>
        </p:spPr>
        <p:txBody>
          <a:bodyPr/>
          <a:lstStyle>
            <a:lvl1pPr marL="0" indent="0">
              <a:buNone/>
              <a:defRPr sz="15400"/>
            </a:lvl1pPr>
            <a:lvl2pPr marL="2194514" indent="0">
              <a:buNone/>
              <a:defRPr sz="13400"/>
            </a:lvl2pPr>
            <a:lvl3pPr marL="4389028" indent="0">
              <a:buNone/>
              <a:defRPr sz="11500"/>
            </a:lvl3pPr>
            <a:lvl4pPr marL="6583543" indent="0">
              <a:buNone/>
              <a:defRPr sz="9700"/>
            </a:lvl4pPr>
            <a:lvl5pPr marL="8778057" indent="0">
              <a:buNone/>
              <a:defRPr sz="9700"/>
            </a:lvl5pPr>
            <a:lvl6pPr marL="10972571" indent="0">
              <a:buNone/>
              <a:defRPr sz="9700"/>
            </a:lvl6pPr>
            <a:lvl7pPr marL="13167085" indent="0">
              <a:buNone/>
              <a:defRPr sz="9700"/>
            </a:lvl7pPr>
            <a:lvl8pPr marL="15361599" indent="0">
              <a:buNone/>
              <a:defRPr sz="9700"/>
            </a:lvl8pPr>
            <a:lvl9pPr marL="17556115" indent="0">
              <a:buNone/>
              <a:defRPr sz="97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02983" y="25763223"/>
            <a:ext cx="26334720" cy="3863338"/>
          </a:xfrm>
        </p:spPr>
        <p:txBody>
          <a:bodyPr/>
          <a:lstStyle>
            <a:lvl1pPr marL="0" indent="0">
              <a:buNone/>
              <a:defRPr sz="6700"/>
            </a:lvl1pPr>
            <a:lvl2pPr marL="2194514" indent="0">
              <a:buNone/>
              <a:defRPr sz="5700"/>
            </a:lvl2pPr>
            <a:lvl3pPr marL="4389028" indent="0">
              <a:buNone/>
              <a:defRPr sz="4800"/>
            </a:lvl3pPr>
            <a:lvl4pPr marL="6583543" indent="0">
              <a:buNone/>
              <a:defRPr sz="4300"/>
            </a:lvl4pPr>
            <a:lvl5pPr marL="8778057" indent="0">
              <a:buNone/>
              <a:defRPr sz="4300"/>
            </a:lvl5pPr>
            <a:lvl6pPr marL="10972571" indent="0">
              <a:buNone/>
              <a:defRPr sz="4300"/>
            </a:lvl6pPr>
            <a:lvl7pPr marL="13167085" indent="0">
              <a:buNone/>
              <a:defRPr sz="4300"/>
            </a:lvl7pPr>
            <a:lvl8pPr marL="15361599" indent="0">
              <a:buNone/>
              <a:defRPr sz="4300"/>
            </a:lvl8pPr>
            <a:lvl9pPr marL="17556115" indent="0">
              <a:buNone/>
              <a:defRPr sz="43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598310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194560" y="2927144"/>
            <a:ext cx="39502080" cy="4987637"/>
          </a:xfrm>
          <a:prstGeom prst="rect">
            <a:avLst/>
          </a:prstGeom>
        </p:spPr>
        <p:txBody>
          <a:bodyPr vert="horz" lIns="438903" tIns="219451" rIns="438903" bIns="219451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94560" y="8785861"/>
            <a:ext cx="39502080" cy="21724622"/>
          </a:xfrm>
          <a:prstGeom prst="rect">
            <a:avLst/>
          </a:prstGeom>
        </p:spPr>
        <p:txBody>
          <a:bodyPr vert="horz" lIns="438903" tIns="219451" rIns="438903" bIns="219451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38435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93456" r:id="rId1"/>
    <p:sldLayoutId id="2147493457" r:id="rId2"/>
    <p:sldLayoutId id="2147493458" r:id="rId3"/>
    <p:sldLayoutId id="2147493459" r:id="rId4"/>
    <p:sldLayoutId id="2147493460" r:id="rId5"/>
    <p:sldLayoutId id="2147493461" r:id="rId6"/>
    <p:sldLayoutId id="2147493462" r:id="rId7"/>
    <p:sldLayoutId id="2147493463" r:id="rId8"/>
    <p:sldLayoutId id="2147493464" r:id="rId9"/>
  </p:sldLayoutIdLst>
  <p:txStyles>
    <p:titleStyle>
      <a:lvl1pPr algn="ctr" defTabSz="2194514" rtl="0" eaLnBrk="1" latinLnBrk="0" hangingPunct="1">
        <a:spcBef>
          <a:spcPct val="0"/>
        </a:spcBef>
        <a:buNone/>
        <a:defRPr sz="211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645886" indent="-1645886" algn="l" defTabSz="2194514" rtl="0" eaLnBrk="1" latinLnBrk="0" hangingPunct="1">
        <a:spcBef>
          <a:spcPct val="20000"/>
        </a:spcBef>
        <a:buFont typeface="Arial"/>
        <a:buChar char="•"/>
        <a:defRPr sz="13400" kern="1200">
          <a:solidFill>
            <a:schemeClr val="tx1"/>
          </a:solidFill>
          <a:latin typeface="+mn-lt"/>
          <a:ea typeface="+mn-ea"/>
          <a:cs typeface="+mn-cs"/>
        </a:defRPr>
      </a:lvl1pPr>
      <a:lvl2pPr marL="3566086" indent="-1371572" algn="l" defTabSz="2194514" rtl="0" eaLnBrk="1" latinLnBrk="0" hangingPunct="1">
        <a:spcBef>
          <a:spcPct val="20000"/>
        </a:spcBef>
        <a:buFont typeface="Arial"/>
        <a:buChar char="–"/>
        <a:defRPr sz="11500" kern="1200">
          <a:solidFill>
            <a:schemeClr val="tx1"/>
          </a:solidFill>
          <a:latin typeface="+mn-lt"/>
          <a:ea typeface="+mn-ea"/>
          <a:cs typeface="+mn-cs"/>
        </a:defRPr>
      </a:lvl2pPr>
      <a:lvl3pPr marL="5486286" indent="-1097257" algn="l" defTabSz="2194514" rtl="0" eaLnBrk="1" latinLnBrk="0" hangingPunct="1">
        <a:spcBef>
          <a:spcPct val="20000"/>
        </a:spcBef>
        <a:buFont typeface="Arial"/>
        <a:buChar char="•"/>
        <a:defRPr sz="9700" kern="1200">
          <a:solidFill>
            <a:schemeClr val="tx1"/>
          </a:solidFill>
          <a:latin typeface="+mn-lt"/>
          <a:ea typeface="+mn-ea"/>
          <a:cs typeface="+mn-cs"/>
        </a:defRPr>
      </a:lvl3pPr>
      <a:lvl4pPr marL="7680800" indent="-1097257" algn="l" defTabSz="2194514" rtl="0" eaLnBrk="1" latinLnBrk="0" hangingPunct="1">
        <a:spcBef>
          <a:spcPct val="20000"/>
        </a:spcBef>
        <a:buFont typeface="Arial"/>
        <a:buChar char="–"/>
        <a:defRPr sz="8700" kern="1200">
          <a:solidFill>
            <a:schemeClr val="tx1"/>
          </a:solidFill>
          <a:latin typeface="+mn-lt"/>
          <a:ea typeface="+mn-ea"/>
          <a:cs typeface="+mn-cs"/>
        </a:defRPr>
      </a:lvl4pPr>
      <a:lvl5pPr marL="9875314" indent="-1097257" algn="l" defTabSz="2194514" rtl="0" eaLnBrk="1" latinLnBrk="0" hangingPunct="1">
        <a:spcBef>
          <a:spcPct val="20000"/>
        </a:spcBef>
        <a:buFont typeface="Arial"/>
        <a:buChar char="»"/>
        <a:defRPr sz="8700" kern="1200">
          <a:solidFill>
            <a:schemeClr val="tx1"/>
          </a:solidFill>
          <a:latin typeface="+mn-lt"/>
          <a:ea typeface="+mn-ea"/>
          <a:cs typeface="+mn-cs"/>
        </a:defRPr>
      </a:lvl5pPr>
      <a:lvl6pPr marL="12069828" indent="-1097257" algn="l" defTabSz="2194514" rtl="0" eaLnBrk="1" latinLnBrk="0" hangingPunct="1">
        <a:spcBef>
          <a:spcPct val="20000"/>
        </a:spcBef>
        <a:buFont typeface="Arial"/>
        <a:buChar char="•"/>
        <a:defRPr sz="9700" kern="1200">
          <a:solidFill>
            <a:schemeClr val="tx1"/>
          </a:solidFill>
          <a:latin typeface="+mn-lt"/>
          <a:ea typeface="+mn-ea"/>
          <a:cs typeface="+mn-cs"/>
        </a:defRPr>
      </a:lvl6pPr>
      <a:lvl7pPr marL="14264342" indent="-1097257" algn="l" defTabSz="2194514" rtl="0" eaLnBrk="1" latinLnBrk="0" hangingPunct="1">
        <a:spcBef>
          <a:spcPct val="20000"/>
        </a:spcBef>
        <a:buFont typeface="Arial"/>
        <a:buChar char="•"/>
        <a:defRPr sz="9700" kern="1200">
          <a:solidFill>
            <a:schemeClr val="tx1"/>
          </a:solidFill>
          <a:latin typeface="+mn-lt"/>
          <a:ea typeface="+mn-ea"/>
          <a:cs typeface="+mn-cs"/>
        </a:defRPr>
      </a:lvl7pPr>
      <a:lvl8pPr marL="16458858" indent="-1097257" algn="l" defTabSz="2194514" rtl="0" eaLnBrk="1" latinLnBrk="0" hangingPunct="1">
        <a:spcBef>
          <a:spcPct val="20000"/>
        </a:spcBef>
        <a:buFont typeface="Arial"/>
        <a:buChar char="•"/>
        <a:defRPr sz="9700" kern="1200">
          <a:solidFill>
            <a:schemeClr val="tx1"/>
          </a:solidFill>
          <a:latin typeface="+mn-lt"/>
          <a:ea typeface="+mn-ea"/>
          <a:cs typeface="+mn-cs"/>
        </a:defRPr>
      </a:lvl8pPr>
      <a:lvl9pPr marL="18653372" indent="-1097257" algn="l" defTabSz="2194514" rtl="0" eaLnBrk="1" latinLnBrk="0" hangingPunct="1">
        <a:spcBef>
          <a:spcPct val="20000"/>
        </a:spcBef>
        <a:buFont typeface="Arial"/>
        <a:buChar char="•"/>
        <a:defRPr sz="9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194514" rtl="0" eaLnBrk="1" latinLnBrk="0" hangingPunct="1">
        <a:defRPr sz="8700" kern="1200">
          <a:solidFill>
            <a:schemeClr val="tx1"/>
          </a:solidFill>
          <a:latin typeface="+mn-lt"/>
          <a:ea typeface="+mn-ea"/>
          <a:cs typeface="+mn-cs"/>
        </a:defRPr>
      </a:lvl1pPr>
      <a:lvl2pPr marL="2194514" algn="l" defTabSz="2194514" rtl="0" eaLnBrk="1" latinLnBrk="0" hangingPunct="1">
        <a:defRPr sz="8700" kern="1200">
          <a:solidFill>
            <a:schemeClr val="tx1"/>
          </a:solidFill>
          <a:latin typeface="+mn-lt"/>
          <a:ea typeface="+mn-ea"/>
          <a:cs typeface="+mn-cs"/>
        </a:defRPr>
      </a:lvl2pPr>
      <a:lvl3pPr marL="4389028" algn="l" defTabSz="2194514" rtl="0" eaLnBrk="1" latinLnBrk="0" hangingPunct="1">
        <a:defRPr sz="8700" kern="1200">
          <a:solidFill>
            <a:schemeClr val="tx1"/>
          </a:solidFill>
          <a:latin typeface="+mn-lt"/>
          <a:ea typeface="+mn-ea"/>
          <a:cs typeface="+mn-cs"/>
        </a:defRPr>
      </a:lvl3pPr>
      <a:lvl4pPr marL="6583543" algn="l" defTabSz="2194514" rtl="0" eaLnBrk="1" latinLnBrk="0" hangingPunct="1">
        <a:defRPr sz="8700" kern="1200">
          <a:solidFill>
            <a:schemeClr val="tx1"/>
          </a:solidFill>
          <a:latin typeface="+mn-lt"/>
          <a:ea typeface="+mn-ea"/>
          <a:cs typeface="+mn-cs"/>
        </a:defRPr>
      </a:lvl4pPr>
      <a:lvl5pPr marL="8778057" algn="l" defTabSz="2194514" rtl="0" eaLnBrk="1" latinLnBrk="0" hangingPunct="1">
        <a:defRPr sz="8700" kern="1200">
          <a:solidFill>
            <a:schemeClr val="tx1"/>
          </a:solidFill>
          <a:latin typeface="+mn-lt"/>
          <a:ea typeface="+mn-ea"/>
          <a:cs typeface="+mn-cs"/>
        </a:defRPr>
      </a:lvl5pPr>
      <a:lvl6pPr marL="10972571" algn="l" defTabSz="2194514" rtl="0" eaLnBrk="1" latinLnBrk="0" hangingPunct="1">
        <a:defRPr sz="8700" kern="1200">
          <a:solidFill>
            <a:schemeClr val="tx1"/>
          </a:solidFill>
          <a:latin typeface="+mn-lt"/>
          <a:ea typeface="+mn-ea"/>
          <a:cs typeface="+mn-cs"/>
        </a:defRPr>
      </a:lvl6pPr>
      <a:lvl7pPr marL="13167085" algn="l" defTabSz="2194514" rtl="0" eaLnBrk="1" latinLnBrk="0" hangingPunct="1">
        <a:defRPr sz="8700" kern="1200">
          <a:solidFill>
            <a:schemeClr val="tx1"/>
          </a:solidFill>
          <a:latin typeface="+mn-lt"/>
          <a:ea typeface="+mn-ea"/>
          <a:cs typeface="+mn-cs"/>
        </a:defRPr>
      </a:lvl7pPr>
      <a:lvl8pPr marL="15361599" algn="l" defTabSz="2194514" rtl="0" eaLnBrk="1" latinLnBrk="0" hangingPunct="1">
        <a:defRPr sz="8700" kern="1200">
          <a:solidFill>
            <a:schemeClr val="tx1"/>
          </a:solidFill>
          <a:latin typeface="+mn-lt"/>
          <a:ea typeface="+mn-ea"/>
          <a:cs typeface="+mn-cs"/>
        </a:defRPr>
      </a:lvl8pPr>
      <a:lvl9pPr marL="17556115" algn="l" defTabSz="2194514" rtl="0" eaLnBrk="1" latinLnBrk="0" hangingPunct="1">
        <a:defRPr sz="8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JP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9F2677C8-0A3A-6248-DC54-E64AD55AC974}"/>
              </a:ext>
            </a:extLst>
          </p:cNvPr>
          <p:cNvSpPr/>
          <p:nvPr/>
        </p:nvSpPr>
        <p:spPr>
          <a:xfrm>
            <a:off x="1371600" y="5219335"/>
            <a:ext cx="14593417" cy="2768746"/>
          </a:xfrm>
          <a:prstGeom prst="roundRect">
            <a:avLst>
              <a:gd name="adj" fmla="val 7823"/>
            </a:avLst>
          </a:prstGeom>
          <a:noFill/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5B99F4FE-0A64-DBEC-BA43-7B3C99A1335F}"/>
              </a:ext>
            </a:extLst>
          </p:cNvPr>
          <p:cNvSpPr/>
          <p:nvPr/>
        </p:nvSpPr>
        <p:spPr>
          <a:xfrm>
            <a:off x="21945600" y="14327687"/>
            <a:ext cx="19458432" cy="13876001"/>
          </a:xfrm>
          <a:prstGeom prst="roundRect">
            <a:avLst>
              <a:gd name="adj" fmla="val 7823"/>
            </a:avLst>
          </a:prstGeom>
          <a:noFill/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7095744" y="2301985"/>
            <a:ext cx="34730248" cy="2382678"/>
          </a:xfrm>
          <a:prstGeom prst="rect">
            <a:avLst/>
          </a:prstGeom>
        </p:spPr>
        <p:txBody>
          <a:bodyPr vert="horz" lIns="438903" tIns="219451" rIns="438903" bIns="219451" rtlCol="0" anchor="ctr">
            <a:normAutofit/>
          </a:bodyPr>
          <a:lstStyle>
            <a:lvl1pPr algn="ctr" defTabSz="2194514" rtl="0" eaLnBrk="1" latinLnBrk="0" hangingPunct="1">
              <a:spcBef>
                <a:spcPct val="0"/>
              </a:spcBef>
              <a:buNone/>
              <a:defRPr sz="211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sz="7200" b="1"/>
              <a:t>Cost-Aware Customer Churn Prediction for Telecom Industry</a:t>
            </a:r>
          </a:p>
        </p:txBody>
      </p:sp>
      <p:sp>
        <p:nvSpPr>
          <p:cNvPr id="6" name="Subtitle 2"/>
          <p:cNvSpPr txBox="1">
            <a:spLocks/>
          </p:cNvSpPr>
          <p:nvPr/>
        </p:nvSpPr>
        <p:spPr>
          <a:xfrm>
            <a:off x="19316700" y="4166072"/>
            <a:ext cx="22509292" cy="1066198"/>
          </a:xfrm>
          <a:prstGeom prst="rect">
            <a:avLst/>
          </a:prstGeom>
        </p:spPr>
        <p:txBody>
          <a:bodyPr vert="horz" lIns="438903" tIns="219451" rIns="438903" bIns="219451" rtlCol="0">
            <a:normAutofit/>
          </a:bodyPr>
          <a:lstStyle>
            <a:lvl1pPr marL="0" indent="0" algn="ctr" defTabSz="2194514" rtl="0" eaLnBrk="1" latinLnBrk="0" hangingPunct="1">
              <a:spcBef>
                <a:spcPct val="20000"/>
              </a:spcBef>
              <a:buFont typeface="Arial"/>
              <a:buNone/>
              <a:defRPr sz="13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2194514" indent="0" algn="ctr" defTabSz="2194514" rtl="0" eaLnBrk="1" latinLnBrk="0" hangingPunct="1">
              <a:spcBef>
                <a:spcPct val="20000"/>
              </a:spcBef>
              <a:buFont typeface="Arial"/>
              <a:buNone/>
              <a:defRPr sz="11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4389028" indent="0" algn="ctr" defTabSz="2194514" rtl="0" eaLnBrk="1" latinLnBrk="0" hangingPunct="1">
              <a:spcBef>
                <a:spcPct val="20000"/>
              </a:spcBef>
              <a:buFont typeface="Arial"/>
              <a:buNone/>
              <a:defRPr sz="97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6583543" indent="0" algn="ctr" defTabSz="2194514" rtl="0" eaLnBrk="1" latinLnBrk="0" hangingPunct="1">
              <a:spcBef>
                <a:spcPct val="20000"/>
              </a:spcBef>
              <a:buFont typeface="Arial"/>
              <a:buNone/>
              <a:defRPr sz="87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8778057" indent="0" algn="ctr" defTabSz="2194514" rtl="0" eaLnBrk="1" latinLnBrk="0" hangingPunct="1">
              <a:spcBef>
                <a:spcPct val="20000"/>
              </a:spcBef>
              <a:buFont typeface="Arial"/>
              <a:buNone/>
              <a:defRPr sz="87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0972571" indent="0" algn="ctr" defTabSz="2194514" rtl="0" eaLnBrk="1" latinLnBrk="0" hangingPunct="1">
              <a:spcBef>
                <a:spcPct val="20000"/>
              </a:spcBef>
              <a:buFont typeface="Arial"/>
              <a:buNone/>
              <a:defRPr sz="97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167085" indent="0" algn="ctr" defTabSz="2194514" rtl="0" eaLnBrk="1" latinLnBrk="0" hangingPunct="1">
              <a:spcBef>
                <a:spcPct val="20000"/>
              </a:spcBef>
              <a:buFont typeface="Arial"/>
              <a:buNone/>
              <a:defRPr sz="97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361599" indent="0" algn="ctr" defTabSz="2194514" rtl="0" eaLnBrk="1" latinLnBrk="0" hangingPunct="1">
              <a:spcBef>
                <a:spcPct val="20000"/>
              </a:spcBef>
              <a:buFont typeface="Arial"/>
              <a:buNone/>
              <a:defRPr sz="97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556115" indent="0" algn="ctr" defTabSz="2194514" rtl="0" eaLnBrk="1" latinLnBrk="0" hangingPunct="1">
              <a:spcBef>
                <a:spcPct val="20000"/>
              </a:spcBef>
              <a:buFont typeface="Arial"/>
              <a:buNone/>
              <a:defRPr sz="97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sz="2800"/>
              <a:t>Sree Vathsa Kashyap Mydugolam (smydugo)  |  Srinidhi Shivashankar (sshivas)  |  Deekshith Anantha (dananth)</a:t>
            </a:r>
          </a:p>
          <a:p>
            <a:r>
              <a:rPr sz="2800"/>
              <a:t>Department of Electrical and Computer Engineering, NC State University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rcRect r="63636"/>
          <a:stretch/>
        </p:blipFill>
        <p:spPr>
          <a:xfrm>
            <a:off x="1371600" y="914654"/>
            <a:ext cx="5388495" cy="3113627"/>
          </a:xfrm>
          <a:prstGeom prst="rect">
            <a:avLst/>
          </a:prstGeom>
        </p:spPr>
      </p:pic>
      <p:sp>
        <p:nvSpPr>
          <p:cNvPr id="19" name="Rectangle 402"/>
          <p:cNvSpPr>
            <a:spLocks noChangeArrowheads="1"/>
          </p:cNvSpPr>
          <p:nvPr/>
        </p:nvSpPr>
        <p:spPr bwMode="auto">
          <a:xfrm>
            <a:off x="17778222" y="5203354"/>
            <a:ext cx="23625810" cy="7743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algn="l" defTabSz="4806950">
              <a:defRPr>
                <a:solidFill>
                  <a:schemeClr val="tx1"/>
                </a:solidFill>
                <a:latin typeface="Arial" charset="0"/>
              </a:defRPr>
            </a:lvl1pPr>
            <a:lvl2pPr algn="l" defTabSz="4806950">
              <a:defRPr>
                <a:solidFill>
                  <a:schemeClr val="tx1"/>
                </a:solidFill>
                <a:latin typeface="Arial" charset="0"/>
              </a:defRPr>
            </a:lvl2pPr>
            <a:lvl3pPr algn="l" defTabSz="4806950">
              <a:defRPr>
                <a:solidFill>
                  <a:schemeClr val="tx1"/>
                </a:solidFill>
                <a:latin typeface="Arial" charset="0"/>
              </a:defRPr>
            </a:lvl3pPr>
            <a:lvl4pPr algn="l" defTabSz="4806950">
              <a:defRPr>
                <a:solidFill>
                  <a:schemeClr val="tx1"/>
                </a:solidFill>
                <a:latin typeface="Arial" charset="0"/>
              </a:defRPr>
            </a:lvl4pPr>
            <a:lvl5pPr algn="l" defTabSz="4806950">
              <a:defRPr>
                <a:solidFill>
                  <a:schemeClr val="tx1"/>
                </a:solidFill>
                <a:latin typeface="Arial" charset="0"/>
              </a:defRPr>
            </a:lvl5pPr>
            <a:lvl6pPr defTabSz="480695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defTabSz="480695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defTabSz="480695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defTabSz="480695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lnSpc>
                <a:spcPct val="105000"/>
              </a:lnSpc>
            </a:p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7F0882-0239-10EF-F7CC-910E7D19F188}"/>
              </a:ext>
            </a:extLst>
          </p:cNvPr>
          <p:cNvSpPr txBox="1"/>
          <p:nvPr/>
        </p:nvSpPr>
        <p:spPr>
          <a:xfrm>
            <a:off x="6760095" y="1434926"/>
            <a:ext cx="10528844" cy="1015663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6000" b="1" dirty="0">
                <a:solidFill>
                  <a:srgbClr val="C00000"/>
                </a:solidFill>
                <a:latin typeface="+mj-lt"/>
              </a:rPr>
              <a:t>AI Student Symposium 2026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071F05A-7FF3-52BF-3AB8-B995310A4974}"/>
              </a:ext>
            </a:extLst>
          </p:cNvPr>
          <p:cNvSpPr txBox="1"/>
          <p:nvPr/>
        </p:nvSpPr>
        <p:spPr>
          <a:xfrm>
            <a:off x="36137088" y="1434926"/>
            <a:ext cx="5266944" cy="101566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sz="2800" b="1"/>
              <a:t>Poster 60</a:t>
            </a:r>
          </a:p>
        </p:txBody>
      </p:sp>
      <p:sp>
        <p:nvSpPr>
          <p:cNvPr id="7" name="Text Box 28">
            <a:extLst>
              <a:ext uri="{FF2B5EF4-FFF2-40B4-BE49-F238E27FC236}">
                <a16:creationId xmlns:a16="http://schemas.microsoft.com/office/drawing/2014/main" id="{EF315326-F99F-E0BE-9855-D7D1D47F4F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82760" y="13809238"/>
            <a:ext cx="10186582" cy="101566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>
            <a:spAutoFit/>
          </a:bodyPr>
          <a:lstStyle>
            <a:lvl1pPr algn="l" defTabSz="4806950">
              <a:defRPr>
                <a:solidFill>
                  <a:schemeClr val="tx1"/>
                </a:solidFill>
                <a:latin typeface="Arial" charset="0"/>
              </a:defRPr>
            </a:lvl1pPr>
            <a:lvl2pPr algn="l" defTabSz="4806950">
              <a:defRPr>
                <a:solidFill>
                  <a:schemeClr val="tx1"/>
                </a:solidFill>
                <a:latin typeface="Arial" charset="0"/>
              </a:defRPr>
            </a:lvl2pPr>
            <a:lvl3pPr algn="l" defTabSz="4806950">
              <a:defRPr>
                <a:solidFill>
                  <a:schemeClr val="tx1"/>
                </a:solidFill>
                <a:latin typeface="Arial" charset="0"/>
              </a:defRPr>
            </a:lvl3pPr>
            <a:lvl4pPr algn="l" defTabSz="4806950">
              <a:defRPr>
                <a:solidFill>
                  <a:schemeClr val="tx1"/>
                </a:solidFill>
                <a:latin typeface="Arial" charset="0"/>
              </a:defRPr>
            </a:lvl4pPr>
            <a:lvl5pPr algn="l" defTabSz="4806950">
              <a:defRPr>
                <a:solidFill>
                  <a:schemeClr val="tx1"/>
                </a:solidFill>
                <a:latin typeface="Arial" charset="0"/>
              </a:defRPr>
            </a:lvl5pPr>
            <a:lvl6pPr defTabSz="480695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defTabSz="480695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defTabSz="480695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defTabSz="480695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US" altLang="zh-CN" sz="6000" dirty="0">
                <a:latin typeface="+mj-lt"/>
                <a:ea typeface="宋体" charset="-122"/>
              </a:rPr>
              <a:t>Evaluation Plan and Results</a:t>
            </a:r>
          </a:p>
        </p:txBody>
      </p:sp>
      <p:sp>
        <p:nvSpPr>
          <p:cNvPr id="9" name="Text Box 28">
            <a:extLst>
              <a:ext uri="{FF2B5EF4-FFF2-40B4-BE49-F238E27FC236}">
                <a16:creationId xmlns:a16="http://schemas.microsoft.com/office/drawing/2014/main" id="{28F98357-9DB3-2431-1460-63CC79FB7F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945600" y="29089482"/>
            <a:ext cx="6285142" cy="101566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>
            <a:spAutoFit/>
          </a:bodyPr>
          <a:lstStyle>
            <a:lvl1pPr algn="l" defTabSz="4806950">
              <a:defRPr>
                <a:solidFill>
                  <a:schemeClr val="tx1"/>
                </a:solidFill>
                <a:latin typeface="Arial" charset="0"/>
              </a:defRPr>
            </a:lvl1pPr>
            <a:lvl2pPr algn="l" defTabSz="4806950">
              <a:defRPr>
                <a:solidFill>
                  <a:schemeClr val="tx1"/>
                </a:solidFill>
                <a:latin typeface="Arial" charset="0"/>
              </a:defRPr>
            </a:lvl2pPr>
            <a:lvl3pPr algn="l" defTabSz="4806950">
              <a:defRPr>
                <a:solidFill>
                  <a:schemeClr val="tx1"/>
                </a:solidFill>
                <a:latin typeface="Arial" charset="0"/>
              </a:defRPr>
            </a:lvl3pPr>
            <a:lvl4pPr algn="l" defTabSz="4806950">
              <a:defRPr>
                <a:solidFill>
                  <a:schemeClr val="tx1"/>
                </a:solidFill>
                <a:latin typeface="Arial" charset="0"/>
              </a:defRPr>
            </a:lvl4pPr>
            <a:lvl5pPr algn="l" defTabSz="4806950">
              <a:defRPr>
                <a:solidFill>
                  <a:schemeClr val="tx1"/>
                </a:solidFill>
                <a:latin typeface="Arial" charset="0"/>
              </a:defRPr>
            </a:lvl5pPr>
            <a:lvl6pPr defTabSz="480695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defTabSz="480695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defTabSz="480695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defTabSz="480695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US" altLang="zh-CN" sz="6000" dirty="0">
                <a:latin typeface="+mj-lt"/>
                <a:ea typeface="宋体" charset="-122"/>
              </a:rPr>
              <a:t>Main References</a:t>
            </a:r>
          </a:p>
        </p:txBody>
      </p:sp>
      <p:sp>
        <p:nvSpPr>
          <p:cNvPr id="10" name="Text Box 365">
            <a:extLst>
              <a:ext uri="{FF2B5EF4-FFF2-40B4-BE49-F238E27FC236}">
                <a16:creationId xmlns:a16="http://schemas.microsoft.com/office/drawing/2014/main" id="{AFAD4D65-09F2-E034-52AE-59560B5D52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945600" y="30381409"/>
            <a:ext cx="18797016" cy="840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algn="l" defTabSz="4806950">
              <a:defRPr>
                <a:solidFill>
                  <a:schemeClr val="tx1"/>
                </a:solidFill>
                <a:latin typeface="Arial" charset="0"/>
              </a:defRPr>
            </a:lvl1pPr>
            <a:lvl2pPr algn="l" defTabSz="4806950">
              <a:defRPr>
                <a:solidFill>
                  <a:schemeClr val="tx1"/>
                </a:solidFill>
                <a:latin typeface="Arial" charset="0"/>
              </a:defRPr>
            </a:lvl2pPr>
            <a:lvl3pPr algn="l" defTabSz="4806950">
              <a:defRPr>
                <a:solidFill>
                  <a:schemeClr val="tx1"/>
                </a:solidFill>
                <a:latin typeface="Arial" charset="0"/>
              </a:defRPr>
            </a:lvl3pPr>
            <a:lvl4pPr algn="l" defTabSz="4806950">
              <a:defRPr>
                <a:solidFill>
                  <a:schemeClr val="tx1"/>
                </a:solidFill>
                <a:latin typeface="Arial" charset="0"/>
              </a:defRPr>
            </a:lvl4pPr>
            <a:lvl5pPr algn="l" defTabSz="4806950">
              <a:defRPr>
                <a:solidFill>
                  <a:schemeClr val="tx1"/>
                </a:solidFill>
                <a:latin typeface="Arial" charset="0"/>
              </a:defRPr>
            </a:lvl5pPr>
            <a:lvl6pPr defTabSz="480695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defTabSz="480695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defTabSz="480695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defTabSz="480695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marL="571500" indent="-571500">
              <a:lnSpc>
                <a:spcPct val="105000"/>
              </a:lnSpc>
              <a:buFont typeface="Wingdings" panose="05000000000000000000" pitchFamily="2" charset="2"/>
              <a:buChar char="§"/>
            </a:pPr>
            <a:r>
              <a:rPr sz="1400"/>
              <a:t>[1] Verbeke, W. et al. (2012). New insights into churn prediction in the telecommunications sector. Eur. J. Op. Res., 218(1), 211-229.</a:t>
            </a:r>
          </a:p>
          <a:p>
            <a:r>
              <a:rPr sz="1400"/>
              <a:t>[2] Prokhorenkova, L. et al. (2018). CatBoost: unbiased boosting with categorical features. NeurIPS.</a:t>
            </a:r>
          </a:p>
          <a:p>
            <a:r>
              <a:rPr sz="1400"/>
              <a:t>[3] Chen, T. &amp; Guestrin, C. (2016). XGBoost: a scalable tree boosting system. KDD.</a:t>
            </a:r>
          </a:p>
          <a:p>
            <a:r>
              <a:rPr sz="1400"/>
              <a:t>Dataset: IBM Telco Customer Churn (Kaggle blastchar/telco-customer-churn). Acknowledgements: Dr. Edgar Lobaton (instructor).</a:t>
            </a:r>
          </a:p>
        </p:txBody>
      </p:sp>
      <p:sp>
        <p:nvSpPr>
          <p:cNvPr id="13" name="Text Box 28">
            <a:extLst>
              <a:ext uri="{FF2B5EF4-FFF2-40B4-BE49-F238E27FC236}">
                <a16:creationId xmlns:a16="http://schemas.microsoft.com/office/drawing/2014/main" id="{752C864B-C443-2C38-80A0-409876B42B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82496" y="4711503"/>
            <a:ext cx="7613904" cy="101566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>
            <a:spAutoFit/>
          </a:bodyPr>
          <a:lstStyle>
            <a:lvl1pPr algn="l" defTabSz="4806950">
              <a:defRPr>
                <a:solidFill>
                  <a:schemeClr val="tx1"/>
                </a:solidFill>
                <a:latin typeface="Arial" charset="0"/>
              </a:defRPr>
            </a:lvl1pPr>
            <a:lvl2pPr algn="l" defTabSz="4806950">
              <a:defRPr>
                <a:solidFill>
                  <a:schemeClr val="tx1"/>
                </a:solidFill>
                <a:latin typeface="Arial" charset="0"/>
              </a:defRPr>
            </a:lvl2pPr>
            <a:lvl3pPr algn="l" defTabSz="4806950">
              <a:defRPr>
                <a:solidFill>
                  <a:schemeClr val="tx1"/>
                </a:solidFill>
                <a:latin typeface="Arial" charset="0"/>
              </a:defRPr>
            </a:lvl3pPr>
            <a:lvl4pPr algn="l" defTabSz="4806950">
              <a:defRPr>
                <a:solidFill>
                  <a:schemeClr val="tx1"/>
                </a:solidFill>
                <a:latin typeface="Arial" charset="0"/>
              </a:defRPr>
            </a:lvl4pPr>
            <a:lvl5pPr algn="l" defTabSz="4806950">
              <a:defRPr>
                <a:solidFill>
                  <a:schemeClr val="tx1"/>
                </a:solidFill>
                <a:latin typeface="Arial" charset="0"/>
              </a:defRPr>
            </a:lvl5pPr>
            <a:lvl6pPr defTabSz="480695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defTabSz="480695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defTabSz="480695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defTabSz="480695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US" altLang="zh-CN" sz="6000" dirty="0">
                <a:latin typeface="+mj-lt"/>
                <a:ea typeface="宋体" charset="-122"/>
              </a:rPr>
              <a:t>Problem Statement</a:t>
            </a:r>
          </a:p>
        </p:txBody>
      </p:sp>
      <p:sp>
        <p:nvSpPr>
          <p:cNvPr id="14" name="Text Box 28">
            <a:extLst>
              <a:ext uri="{FF2B5EF4-FFF2-40B4-BE49-F238E27FC236}">
                <a16:creationId xmlns:a16="http://schemas.microsoft.com/office/drawing/2014/main" id="{8C8C0813-9EA5-F858-0432-FC0555A4CB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81494" y="9197453"/>
            <a:ext cx="3145702" cy="100647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>
            <a:spAutoFit/>
          </a:bodyPr>
          <a:lstStyle>
            <a:lvl1pPr algn="l" defTabSz="4806950">
              <a:defRPr>
                <a:solidFill>
                  <a:schemeClr val="tx1"/>
                </a:solidFill>
                <a:latin typeface="Arial" charset="0"/>
              </a:defRPr>
            </a:lvl1pPr>
            <a:lvl2pPr algn="l" defTabSz="4806950">
              <a:defRPr>
                <a:solidFill>
                  <a:schemeClr val="tx1"/>
                </a:solidFill>
                <a:latin typeface="Arial" charset="0"/>
              </a:defRPr>
            </a:lvl2pPr>
            <a:lvl3pPr algn="l" defTabSz="4806950">
              <a:defRPr>
                <a:solidFill>
                  <a:schemeClr val="tx1"/>
                </a:solidFill>
                <a:latin typeface="Arial" charset="0"/>
              </a:defRPr>
            </a:lvl3pPr>
            <a:lvl4pPr algn="l" defTabSz="4806950">
              <a:defRPr>
                <a:solidFill>
                  <a:schemeClr val="tx1"/>
                </a:solidFill>
                <a:latin typeface="Arial" charset="0"/>
              </a:defRPr>
            </a:lvl4pPr>
            <a:lvl5pPr algn="l" defTabSz="4806950">
              <a:defRPr>
                <a:solidFill>
                  <a:schemeClr val="tx1"/>
                </a:solidFill>
                <a:latin typeface="Arial" charset="0"/>
              </a:defRPr>
            </a:lvl5pPr>
            <a:lvl6pPr defTabSz="480695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defTabSz="480695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defTabSz="480695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defTabSz="480695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US" altLang="zh-CN" sz="6000" dirty="0">
                <a:latin typeface="+mj-lt"/>
                <a:ea typeface="宋体" charset="-122"/>
              </a:rPr>
              <a:t>Data</a:t>
            </a:r>
          </a:p>
        </p:txBody>
      </p:sp>
      <p:sp>
        <p:nvSpPr>
          <p:cNvPr id="25" name="Text Box 28">
            <a:extLst>
              <a:ext uri="{FF2B5EF4-FFF2-40B4-BE49-F238E27FC236}">
                <a16:creationId xmlns:a16="http://schemas.microsoft.com/office/drawing/2014/main" id="{DB5C43BF-EDF5-3B14-6146-914BE00323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81494" y="12096719"/>
            <a:ext cx="4498848" cy="101566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>
            <a:spAutoFit/>
          </a:bodyPr>
          <a:lstStyle>
            <a:lvl1pPr algn="l" defTabSz="4806950">
              <a:defRPr>
                <a:solidFill>
                  <a:schemeClr val="tx1"/>
                </a:solidFill>
                <a:latin typeface="Arial" charset="0"/>
              </a:defRPr>
            </a:lvl1pPr>
            <a:lvl2pPr algn="l" defTabSz="4806950">
              <a:defRPr>
                <a:solidFill>
                  <a:schemeClr val="tx1"/>
                </a:solidFill>
                <a:latin typeface="Arial" charset="0"/>
              </a:defRPr>
            </a:lvl2pPr>
            <a:lvl3pPr algn="l" defTabSz="4806950">
              <a:defRPr>
                <a:solidFill>
                  <a:schemeClr val="tx1"/>
                </a:solidFill>
                <a:latin typeface="Arial" charset="0"/>
              </a:defRPr>
            </a:lvl3pPr>
            <a:lvl4pPr algn="l" defTabSz="4806950">
              <a:defRPr>
                <a:solidFill>
                  <a:schemeClr val="tx1"/>
                </a:solidFill>
                <a:latin typeface="Arial" charset="0"/>
              </a:defRPr>
            </a:lvl4pPr>
            <a:lvl5pPr algn="l" defTabSz="4806950">
              <a:defRPr>
                <a:solidFill>
                  <a:schemeClr val="tx1"/>
                </a:solidFill>
                <a:latin typeface="Arial" charset="0"/>
              </a:defRPr>
            </a:lvl5pPr>
            <a:lvl6pPr defTabSz="480695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defTabSz="480695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defTabSz="480695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defTabSz="480695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US" altLang="zh-CN" sz="6000" dirty="0">
                <a:latin typeface="+mj-lt"/>
                <a:ea typeface="宋体" charset="-122"/>
              </a:rPr>
              <a:t>Approach</a:t>
            </a:r>
          </a:p>
        </p:txBody>
      </p:sp>
      <p:sp>
        <p:nvSpPr>
          <p:cNvPr id="26" name="Text Box 28">
            <a:extLst>
              <a:ext uri="{FF2B5EF4-FFF2-40B4-BE49-F238E27FC236}">
                <a16:creationId xmlns:a16="http://schemas.microsoft.com/office/drawing/2014/main" id="{BECF2EF8-A8A6-A1A6-CD2C-98CFA75728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81494" y="14833653"/>
            <a:ext cx="7613904" cy="101566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>
            <a:spAutoFit/>
          </a:bodyPr>
          <a:lstStyle>
            <a:lvl1pPr algn="l" defTabSz="4806950">
              <a:defRPr>
                <a:solidFill>
                  <a:schemeClr val="tx1"/>
                </a:solidFill>
                <a:latin typeface="Arial" charset="0"/>
              </a:defRPr>
            </a:lvl1pPr>
            <a:lvl2pPr algn="l" defTabSz="4806950">
              <a:defRPr>
                <a:solidFill>
                  <a:schemeClr val="tx1"/>
                </a:solidFill>
                <a:latin typeface="Arial" charset="0"/>
              </a:defRPr>
            </a:lvl2pPr>
            <a:lvl3pPr algn="l" defTabSz="4806950">
              <a:defRPr>
                <a:solidFill>
                  <a:schemeClr val="tx1"/>
                </a:solidFill>
                <a:latin typeface="Arial" charset="0"/>
              </a:defRPr>
            </a:lvl3pPr>
            <a:lvl4pPr algn="l" defTabSz="4806950">
              <a:defRPr>
                <a:solidFill>
                  <a:schemeClr val="tx1"/>
                </a:solidFill>
                <a:latin typeface="Arial" charset="0"/>
              </a:defRPr>
            </a:lvl4pPr>
            <a:lvl5pPr algn="l" defTabSz="4806950">
              <a:defRPr>
                <a:solidFill>
                  <a:schemeClr val="tx1"/>
                </a:solidFill>
                <a:latin typeface="Arial" charset="0"/>
              </a:defRPr>
            </a:lvl5pPr>
            <a:lvl6pPr defTabSz="480695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defTabSz="480695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defTabSz="480695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defTabSz="480695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US" altLang="zh-CN" sz="6000" dirty="0">
                <a:latin typeface="+mj-lt"/>
                <a:ea typeface="宋体" charset="-122"/>
              </a:rPr>
              <a:t>Network Architecture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EF4D8AF-4EB9-BE9E-A276-0F846301C3A3}"/>
              </a:ext>
            </a:extLst>
          </p:cNvPr>
          <p:cNvSpPr txBox="1"/>
          <p:nvPr/>
        </p:nvSpPr>
        <p:spPr>
          <a:xfrm>
            <a:off x="24485600" y="1424309"/>
            <a:ext cx="10554208" cy="101566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sz="2800" b="1"/>
              <a:t>ECE 525</a:t>
            </a:r>
            <a:endParaRPr lang="en-US" sz="6000" dirty="0">
              <a:solidFill>
                <a:schemeClr val="bg1"/>
              </a:solidFill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1682496" y="5760720"/>
            <a:ext cx="15087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/>
              <a:t>Customer churn is one of the most expensive problems in telecom: acquiring a new customer costs 5-7x more than retaining one.</a:t>
            </a:r>
          </a:p>
          <a:p/>
          <a:p>
            <a:r>
              <a:rPr sz="2000" b="0"/>
              <a:t>Two challenges make it hard:</a:t>
            </a:r>
          </a:p>
          <a:p>
            <a:r>
              <a:rPr sz="2000" b="0"/>
              <a:t>  - Imbalanced labels - only 26% of customers churn, so accuracy is misleading.</a:t>
            </a:r>
          </a:p>
          <a:p>
            <a:r>
              <a:rPr sz="2000" b="0"/>
              <a:t>  - Asymmetric cost - missing a churner ($1500 lost lifetime value) is ~30x worse than a false alarm ($50 retention call).</a:t>
            </a:r>
          </a:p>
          <a:p/>
          <a:p>
            <a:r>
              <a:rPr sz="2000" b="0"/>
              <a:t>Goal: predict churn probabilities AND tie them to dollar value via cost-aware threshold tuning.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82496" y="10149840"/>
            <a:ext cx="15087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/>
              <a:t>IBM Telco Customer Churn dataset (Kaggle): 7,032 customers x 19 features.</a:t>
            </a:r>
          </a:p>
          <a:p>
            <a:r>
              <a:rPr sz="2000" b="0"/>
              <a:t>Demographics, contract, services, monthly/total charges. Target: Churn (Yes/No).</a:t>
            </a:r>
          </a:p>
          <a:p>
            <a:r>
              <a:rPr sz="2000" b="0"/>
              <a:t>Class balance: 5,163 stayed (73.4%) / 1,869 churned (26.6%).</a:t>
            </a:r>
          </a:p>
          <a:p>
            <a:r>
              <a:rPr sz="2000" b="0"/>
              <a:t>Top drivers: Month-to-month contracts churn at 43% (vs 3% for 2-year); fiber-optic 42% (vs DSL 19%); short tenure dominates churners.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82496" y="13075920"/>
            <a:ext cx="150876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/>
              <a:t>Stratified 70/15/15 train/val/test split; StandardScaler fit on train only (no leakage).</a:t>
            </a:r>
          </a:p>
          <a:p>
            <a:r>
              <a:rPr sz="2000" b="0"/>
              <a:t>Compare 4 models: Logistic Regression, custom MLP, CatBoost, XGBoost.</a:t>
            </a:r>
          </a:p>
          <a:p>
            <a:r>
              <a:rPr sz="2000" b="0"/>
              <a:t>Validation-tuned decision threshold (max F1) applied once to test.</a:t>
            </a:r>
          </a:p>
          <a:p>
            <a:r>
              <a:rPr sz="2000" b="0"/>
              <a:t>Cost-aware analysis: sweep thresholds under $1500 (FN) / $50 (FP) cost.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682496" y="15819120"/>
            <a:ext cx="1508760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/>
              <a:t>Custom MLP (per course requirement):</a:t>
            </a:r>
          </a:p>
          <a:p>
            <a:r>
              <a:rPr sz="1800" b="0"/>
              <a:t>  Input (45 one-hot features) -&gt; Linear 128 -&gt; ReLU -&gt; Dropout(0.2)</a:t>
            </a:r>
          </a:p>
          <a:p>
            <a:r>
              <a:rPr sz="1800" b="0"/>
              <a:t>                              -&gt; Linear 64  -&gt; ReLU -&gt; Dropout(0.2) -&gt; Linear 1</a:t>
            </a:r>
          </a:p>
          <a:p/>
          <a:p>
            <a:r>
              <a:rPr sz="1800" b="0"/>
              <a:t>Loss: BCEWithLogitsLoss with pos_weight = neg/pos to balance churn class.</a:t>
            </a:r>
          </a:p>
          <a:p>
            <a:r>
              <a:rPr sz="1800" b="0"/>
              <a:t>Optimizer: Adam (lr 1e-3, weight decay 1e-4); early stopping (patience 30) on val loss.</a:t>
            </a:r>
          </a:p>
          <a:p>
            <a:r>
              <a:rPr sz="1800" b="0"/>
              <a:t>Boosted models tuned via grid search on validation PR-AUC.</a:t>
            </a:r>
          </a:p>
        </p:txBody>
      </p:sp>
      <p:pic>
        <p:nvPicPr>
          <p:cNvPr id="31" name="Picture 30" descr="cost_curv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82496" y="18649874"/>
            <a:ext cx="15489091" cy="10338968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1682496" y="29123640"/>
            <a:ext cx="154899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/>
              <a:t>Net business value vs decision threshold - all 4 models converge to ~$370K / 1000 customers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8105120" y="5486400"/>
            <a:ext cx="22860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CC0000"/>
                </a:solidFill>
              </a:rPr>
              <a:t>Threshold tuning beats architecture: ~$370K net value per 1,000 customers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8105120" y="6949440"/>
            <a:ext cx="2286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/>
              <a:t>Why cost-aware evaluation?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8105120" y="7772400"/>
            <a:ext cx="22860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/>
              <a:t>Default 0.5 threshold ignores both class imbalance and the asymmetric cost of being wrong.</a:t>
            </a:r>
          </a:p>
          <a:p>
            <a:r>
              <a:rPr sz="2000" b="0"/>
              <a:t>We compute Net Value = TP*$1500 - FP*$50 across all thresholds and pick the optimum on validation only.</a:t>
            </a:r>
          </a:p>
          <a:p>
            <a:r>
              <a:rPr sz="2000" b="0"/>
              <a:t>Result: every model recovers ~$370K of business value when tuned; the choice of architecture changes this by &lt;1%.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8105120" y="10241280"/>
            <a:ext cx="2286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/>
              <a:t>Counterfactual: action from probability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8105120" y="11064240"/>
            <a:ext cx="22860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/>
              <a:t>For the highest-risk customer (predicted churn = 0.93), perturbing InternetService from</a:t>
            </a:r>
          </a:p>
          <a:p>
            <a:r>
              <a:rPr sz="2000" b="0"/>
              <a:t>Fiber Optic -&gt; No internet drops the predicted churn probability to 0.82 - a directly actionable retention lever.</a:t>
            </a:r>
          </a:p>
        </p:txBody>
      </p:sp>
      <p:graphicFrame>
        <p:nvGraphicFramePr>
          <p:cNvPr id="38" name="Table 37"/>
          <p:cNvGraphicFramePr>
            <a:graphicFrameLocks noGrp="1"/>
          </p:cNvGraphicFramePr>
          <p:nvPr/>
        </p:nvGraphicFramePr>
        <p:xfrm>
          <a:off x="22128480" y="14904720"/>
          <a:ext cx="1911096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30137"/>
                <a:gridCol w="2730137"/>
                <a:gridCol w="2730137"/>
                <a:gridCol w="2730137"/>
                <a:gridCol w="2730137"/>
                <a:gridCol w="2730137"/>
                <a:gridCol w="2730138"/>
              </a:tblGrid>
              <a:tr h="475488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</a:rPr>
                        <a:t>Model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</a:rPr>
                        <a:t>F1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</a:rPr>
                        <a:t>ROC-AUC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</a:rPr>
                        <a:t>PR-AUC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</a:rPr>
                        <a:t>Brier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</a:rPr>
                        <a:t>Recall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</a:rPr>
                        <a:t>Precision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2000" b="1"/>
                        <a:t>CatBoost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/>
                        <a:t>0.624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/>
                        <a:t>0.841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/>
                        <a:t>0.642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/>
                        <a:t>0.139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/>
                        <a:t>0.768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/>
                        <a:t>0.526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2000"/>
                        <a:t>Logistic Regression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000"/>
                        <a:t>0.610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000"/>
                        <a:t>0.831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000"/>
                        <a:t>0.591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000"/>
                        <a:t>0.176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000"/>
                        <a:t>0.746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000"/>
                        <a:t>0.516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2000"/>
                        <a:t>XGBoost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000"/>
                        <a:t>0.608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000"/>
                        <a:t>0.838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000"/>
                        <a:t>0.643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000"/>
                        <a:t>0.169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000"/>
                        <a:t>0.725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000"/>
                        <a:t>0.523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2000"/>
                        <a:t>MLP (custom NN)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000"/>
                        <a:t>0.603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000"/>
                        <a:t>0.826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000"/>
                        <a:t>0.592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000"/>
                        <a:t>0.177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000"/>
                        <a:t>0.789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000"/>
                        <a:t>0.488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39" name="TextBox 38"/>
          <p:cNvSpPr txBox="1"/>
          <p:nvPr/>
        </p:nvSpPr>
        <p:spPr>
          <a:xfrm>
            <a:off x="22128480" y="17327880"/>
            <a:ext cx="1911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/>
              <a:t>Test-set metrics with validation-tuned threshold (max F1). CatBoost wins on F1 + calibration; XGBoost ties on PR-AUC.</a:t>
            </a:r>
          </a:p>
        </p:txBody>
      </p:sp>
      <p:pic>
        <p:nvPicPr>
          <p:cNvPr id="40" name="Picture 39" descr="boosted_roc_pr_curve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128480" y="17922240"/>
            <a:ext cx="10511028" cy="4572000"/>
          </a:xfrm>
          <a:prstGeom prst="rect">
            <a:avLst/>
          </a:prstGeom>
        </p:spPr>
      </p:pic>
      <p:pic>
        <p:nvPicPr>
          <p:cNvPr id="41" name="Picture 40" descr="feature_importance_catboos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021727" y="17922240"/>
            <a:ext cx="8217712" cy="4572000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22128480" y="22677120"/>
            <a:ext cx="191109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/>
              <a:t>Findings:</a:t>
            </a:r>
          </a:p>
          <a:p>
            <a:r>
              <a:rPr sz="2000" b="0"/>
              <a:t>  1. CatBoost is the strongest classifier (F1 0.624, ROC-AUC 0.841, best calibration).</a:t>
            </a:r>
          </a:p>
          <a:p>
            <a:r>
              <a:rPr sz="2000" b="0"/>
              <a:t>  2. Custom MLP does not beat logistic regression - nonlinearity adds little on small one-hot tabular data.</a:t>
            </a:r>
          </a:p>
          <a:p>
            <a:r>
              <a:rPr sz="2000" b="0"/>
              <a:t>  3. Cost-aware threshold tuning recovers ~$370K / 1000 customers across all 4 models.</a:t>
            </a:r>
          </a:p>
          <a:p>
            <a:r>
              <a:rPr sz="2000" b="0"/>
              <a:t>  4. CatBoost importance + counterfactual identify directly actionable churn drivers.</a:t>
            </a:r>
          </a:p>
          <a:p>
            <a:r>
              <a:rPr sz="2000" b="0"/>
              <a:t>Next steps: stacking ensemble; cost-sensitive loss in MLP training; live A/B test of threshold; monthly recalibration.</a:t>
            </a:r>
          </a:p>
        </p:txBody>
      </p:sp>
    </p:spTree>
    <p:extLst>
      <p:ext uri="{BB962C8B-B14F-4D97-AF65-F5344CB8AC3E}">
        <p14:creationId xmlns:p14="http://schemas.microsoft.com/office/powerpoint/2010/main" val="499407632"/>
      </p:ext>
    </p:extLst>
  </p:cSld>
  <p:clrMapOvr>
    <a:masterClrMapping/>
  </p:clrMapOvr>
</p:sld>
</file>

<file path=ppt/theme/theme1.xml><?xml version="1.0" encoding="utf-8"?>
<a:theme xmlns:a="http://schemas.openxmlformats.org/drawingml/2006/main" name="NCState-Presentation-36x48">
  <a:themeElements>
    <a:clrScheme name="NC State Colors">
      <a:dk1>
        <a:srgbClr val="1A1718"/>
      </a:dk1>
      <a:lt1>
        <a:sysClr val="window" lastClr="FFFFFF"/>
      </a:lt1>
      <a:dk2>
        <a:srgbClr val="313133"/>
      </a:dk2>
      <a:lt2>
        <a:srgbClr val="DFE0E1"/>
      </a:lt2>
      <a:accent1>
        <a:srgbClr val="D7002A"/>
      </a:accent1>
      <a:accent2>
        <a:srgbClr val="175AA3"/>
      </a:accent2>
      <a:accent3>
        <a:srgbClr val="ACB519"/>
      </a:accent3>
      <a:accent4>
        <a:srgbClr val="B4001C"/>
      </a:accent4>
      <a:accent5>
        <a:srgbClr val="FFE04C"/>
      </a:accent5>
      <a:accent6>
        <a:srgbClr val="E0703C"/>
      </a:accent6>
      <a:hlink>
        <a:srgbClr val="4299B7"/>
      </a:hlink>
      <a:folHlink>
        <a:srgbClr val="175AA3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esentation2" id="{B68B94EE-C93F-44B0-B0EA-331121112AF1}" vid="{52936D81-9774-46E2-A1BE-EFCE3581B93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DE64AEEDD9B7A4D93545ACBE97D4615" ma:contentTypeVersion="2" ma:contentTypeDescription="Create a new document." ma:contentTypeScope="" ma:versionID="f49002b78e3a4a71b814eef46a983816">
  <xsd:schema xmlns:xsd="http://www.w3.org/2001/XMLSchema" xmlns:xs="http://www.w3.org/2001/XMLSchema" xmlns:p="http://schemas.microsoft.com/office/2006/metadata/properties" xmlns:ns2="http://schemas.microsoft.com/sharepoint/v3/fields" targetNamespace="http://schemas.microsoft.com/office/2006/metadata/properties" ma:root="true" ma:fieldsID="38f6db2dd0d9a0cf6a8dc37be32b365b" ns2:_="">
    <xsd:import namespace="http://schemas.microsoft.com/sharepoint/v3/fields"/>
    <xsd:element name="properties">
      <xsd:complexType>
        <xsd:sequence>
          <xsd:element name="documentManagement">
            <xsd:complexType>
              <xsd:all>
                <xsd:element ref="ns2:_Status" minOccurs="0"/>
                <xsd:element ref="ns2:_Vers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/fields" elementFormDefault="qualified">
    <xsd:import namespace="http://schemas.microsoft.com/office/2006/documentManagement/types"/>
    <xsd:import namespace="http://schemas.microsoft.com/office/infopath/2007/PartnerControls"/>
    <xsd:element name="_Status" ma:index="8" nillable="true" ma:displayName="Status" ma:default="Not Started" ma:internalName="_Status">
      <xsd:simpleType>
        <xsd:union memberTypes="dms:Text">
          <xsd:simpleType>
            <xsd:restriction base="dms:Choice">
              <xsd:enumeration value="Not Started"/>
              <xsd:enumeration value="Draft"/>
              <xsd:enumeration value="Reviewed"/>
              <xsd:enumeration value="Scheduled"/>
              <xsd:enumeration value="Published"/>
              <xsd:enumeration value="Final"/>
              <xsd:enumeration value="Expired"/>
            </xsd:restriction>
          </xsd:simpleType>
        </xsd:union>
      </xsd:simpleType>
    </xsd:element>
    <xsd:element name="_Version" ma:index="9" nillable="true" ma:displayName="Version" ma:internalName="_Version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 ma:displayName="Status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Version xmlns="http://schemas.microsoft.com/sharepoint/v3/fields" xsi:nil="true"/>
    <_Status xmlns="http://schemas.microsoft.com/sharepoint/v3/fields">Not Started</_Status>
  </documentManagement>
</p:properties>
</file>

<file path=customXml/itemProps1.xml><?xml version="1.0" encoding="utf-8"?>
<ds:datastoreItem xmlns:ds="http://schemas.openxmlformats.org/officeDocument/2006/customXml" ds:itemID="{E4214858-785C-42F7-BE66-6D0E79395FC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/fields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87D2A1B0-FF3E-4009-940D-AED0EB70AA2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B6F2769-7194-4217-93D3-3AF3A4742282}">
  <ds:schemaRefs>
    <ds:schemaRef ds:uri="http://schemas.microsoft.com/office/2006/metadata/properties"/>
    <ds:schemaRef ds:uri="http://schemas.microsoft.com/office/infopath/2007/PartnerControls"/>
    <ds:schemaRef ds:uri="http://schemas.microsoft.com/sharepoint/v3/field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</TotalTime>
  <Words>240</Words>
  <Application>Microsoft Office PowerPoint</Application>
  <PresentationFormat>Custom</PresentationFormat>
  <Paragraphs>21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Wingdings</vt:lpstr>
      <vt:lpstr>NCState-Presentation-36x48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Edgar J Lobaton</dc:creator>
  <cp:lastModifiedBy>Edgar J Lobaton</cp:lastModifiedBy>
  <cp:revision>1</cp:revision>
  <dcterms:created xsi:type="dcterms:W3CDTF">2026-04-10T11:00:13Z</dcterms:created>
  <dcterms:modified xsi:type="dcterms:W3CDTF">2026-04-10T11:08:27Z</dcterms:modified>
  <cp:contentStatus>Draft</cp:contentStatus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0x0101000DE64AEEDD9B7A4D93545ACBE97D4615</vt:lpwstr>
  </property>
</Properties>
</file>